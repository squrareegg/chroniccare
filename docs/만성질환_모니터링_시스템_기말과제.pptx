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210312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365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만성질환 모니터링 &amp; 위험도 예측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C4E8"/>
                </a:solidFill>
              </a:rPr>
              <a:t>Chronic Disease Monitoring &amp; Risk Prediction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객체지향프로그래밍 &amp; 빅데이터처리실습  |  기말과제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7"/>
                </a:solidFill>
              </a:rPr>
              <a:t>기술 스택 :  MSSQL  +  Blazor Server  (.NET 10)  +  Dapper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931920"/>
            <a:ext cx="5788152" cy="18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E8"/>
                </a:solidFill>
              </a:rPr>
              <a:t>제출일 : 2026년 6월 21일   |   발표 : 2026년 6월 22일 10시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4E8"/>
                </a:solidFill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94360" cy="118872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417320"/>
            <a:ext cx="530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527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프로젝트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733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목적 · 요약 · 개발 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94360" cy="118872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20"/>
            <a:ext cx="530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2527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업무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6733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업무 Flow · 기능 요구사항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594360" cy="118872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743200"/>
            <a:ext cx="530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5786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DB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9992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테이블 구조 · ERD · 저장 프로시저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6888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468880"/>
            <a:ext cx="594360" cy="118872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2743200"/>
            <a:ext cx="530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5786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화면 설계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9992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전체 화면 구성 · 페이지별 상세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9476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94760"/>
            <a:ext cx="594360" cy="118872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4069080"/>
            <a:ext cx="530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9044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핵심 구현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325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위험도 알고리즘 · 인증 · CRUD · 통계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9476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794760"/>
            <a:ext cx="594360" cy="118872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4069080"/>
            <a:ext cx="530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9044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테스트 시나리오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325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실행 흐름 · 주요 기능 검증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2064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120640"/>
            <a:ext cx="594360" cy="118872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5394959"/>
            <a:ext cx="530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2303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느낀점 &amp; 결론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6509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배운 점 · 개선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프로젝트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90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✔  의료진이 만성질환(당뇨·고혈압) 환자의 혈당·혈압 측정값을 등록·조회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373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✔  규칙 기반 알고리즘으로 위험도(정상/주의/위험)를 자동 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842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✔  고위험군 환자를 우선적으로 모니터링할 수 있도록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311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✔  알림 자동 생성 및 통계 화면으로 전체 추이 파악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기술 스택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265176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16382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DB  :  Microsoft SQL Server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108960"/>
            <a:ext cx="2651760" cy="41148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316382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Backend  :  Blazor Web App  (.NET 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2651760" cy="4114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66674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ORM  :  Dapper  +  저장 프로시저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611880"/>
            <a:ext cx="2651760" cy="4114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366674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UI  :  Bootstrap 5  +  Bootstrap Icons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0972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시스템 흐름 요약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417320"/>
            <a:ext cx="41148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4630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521208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56B"/>
                </a:solidFill>
              </a:rPr>
              <a:t>의료진 로그인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19293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5799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075688"/>
            <a:ext cx="411480" cy="475488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21214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075688"/>
            <a:ext cx="521208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167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56B"/>
                </a:solidFill>
              </a:rPr>
              <a:t>환자 등록 / 조회 /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25877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5799"/>
                </a:solidFill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734056"/>
            <a:ext cx="411480" cy="475488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277977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734056"/>
            <a:ext cx="521208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2825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56B"/>
                </a:solidFill>
              </a:rPr>
              <a:t>측정값 입력 (혈당·혈압)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32461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5799"/>
                </a:solidFill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392424"/>
            <a:ext cx="411480" cy="47548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43814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392424"/>
            <a:ext cx="521208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1968" y="34838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56B"/>
                </a:solidFill>
              </a:rPr>
              <a:t>위험도 자동 계산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3904487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5799"/>
                </a:solidFill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050791"/>
            <a:ext cx="411480" cy="47548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09651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050791"/>
            <a:ext cx="521208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41422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56B"/>
                </a:solidFill>
              </a:rPr>
              <a:t>위험 시 알림 자동 생성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0488" y="456285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5799"/>
                </a:solidFill>
              </a:rPr>
              <a:t>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709159"/>
            <a:ext cx="411480" cy="47548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754879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709159"/>
            <a:ext cx="521208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8005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9556B"/>
                </a:solidFill>
              </a:rPr>
              <a:t>통계 화면으로 추이 파악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업무 분석  —  업무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051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[의료진 로그인]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051560"/>
            <a:ext cx="22860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[의료진 로그인]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783080"/>
            <a:ext cx="4572000" cy="384048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[메인 메뉴  —  전체 기능 한 화면 노출]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27432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환자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90672"/>
            <a:ext cx="2743200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신규 환자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47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조회 / 수정 / 삭제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697480"/>
            <a:ext cx="274320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7432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측정기록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090672"/>
            <a:ext cx="2743200" cy="969264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혈당·혈압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47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위험도 자동 계산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739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Alert 자동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97480"/>
            <a:ext cx="228600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알림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90672"/>
            <a:ext cx="2286000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154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미확인 알림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4472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확인 / 처리완료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697480"/>
            <a:ext cx="283464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7432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통계 / 집계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3090672"/>
            <a:ext cx="2834640" cy="676656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3154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위험군 분포 통계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4472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• 월별 측정 추이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</a:rPr>
              <a:t>핵심 포인트 :  측정값 입력 → RiskCalculator 자동 계산 → 위험 시 Alert 자동 INSERT (SP 내 트랜잭션)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DB 설계  —  테이블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7432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99032"/>
            <a:ext cx="274320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UserId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2821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LoginId  UNIQUE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5856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2374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CreatedAt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051560"/>
            <a:ext cx="2743200" cy="347472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Patients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1399032"/>
            <a:ext cx="274320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146304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PatientId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172821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Name / Gender / BirthDate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199339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Phone /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25856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DiseaseType  (당뇨|고혈압|둘다)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252374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DoctorUserId (FK→Users)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78892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IsActive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1051560"/>
            <a:ext cx="2743200" cy="3474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Measurements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139903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146304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MeasurementId (PK)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172821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PatientId (FK→Patients)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199339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MeasureDate / MeasureType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25856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GlucoseLevel / SystolicBP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52374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DiastolicBP / HeartRate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78892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RiskScore / RiskLevel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05409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CreatedBy (FK→Users)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3144" y="1051560"/>
            <a:ext cx="2743200" cy="3474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53144" y="139903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0304" y="146304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AlertId (PK)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172821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PatientId (FK→Patients)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199339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MeasurementId (FK→Meas.)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225856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AlertDate / RiskLevel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252374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AlertMessage /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278892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CheckedBy (FK→Users)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305409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CheckedDate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45720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ERD 관계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892040"/>
            <a:ext cx="11521440" cy="5486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9560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A6B"/>
                </a:solidFill>
              </a:rPr>
              <a:t>Users ←─── Patients (DoctorUserId)     │     Patients ←─── Measurements (PatientId)     │     Measurements ←─── Alerts (MeasurementId)     │     Patients ←─── Alerts (PatientId)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55778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9556B"/>
                </a:solidFill>
              </a:rPr>
              <a:t>시드 데이터  :  Users 10명  │  Patients 30명  │  Measurements 90건 (위험:30 / 주의:30 / 정상:30)  │  Alerts 30건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DB 설계  —  저장 프로시저 (15개)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83464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7899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834640" cy="2276856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usp_User_Login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usp_Patient_SelectAll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usp_Patient_GetById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008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usp_Measurement_SelectAll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usp_Measurement_SelectByPatient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9592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usp_Stat_RiskDistribution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988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usp_Stat_MonthlyTrend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2696" y="1051560"/>
            <a:ext cx="2834640" cy="3657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07899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2696" y="1417320"/>
            <a:ext cx="283464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148132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usp_Patient_Insert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19842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usp_Measurement_Insert
  ↳ 위험 시 Alert 자동 INSERT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1051560"/>
            <a:ext cx="2834640" cy="3657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07899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417320"/>
            <a:ext cx="283464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148132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usp_Patient_Update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9842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usp_Measurement_Update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48716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usp_Alert_UpdateStatus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08008" y="1051560"/>
            <a:ext cx="2834640" cy="3657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107899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08008" y="1417320"/>
            <a:ext cx="283464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148132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usp_Patient_Delete
  ↳ Alerts → Measurements
     → Patient 순 삭제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19842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usp_Measurement_Delete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383280"/>
            <a:ext cx="1152144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42900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9CD6"/>
                </a:solidFill>
              </a:rPr>
              <a:t>핵심 SP — usp_Measurement_Insert (트랜잭션 + 자동 알림)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639312"/>
            <a:ext cx="11292840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D4D4D4"/>
                </a:solidFill>
                <a:latin typeface="Consolas"/>
              </a:rPr>
              <a:t>CREATE PROCEDURE usp_Measurement_Insert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@PatientId INT, @MeasureDate DATETIME,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@GlucoseLevel INT=NULL, @SystolicBP INT=NULL, @DiastolicBP INT=NULL,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@RiskScore INT, @RiskLevel NVARCHAR(10), ...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AS BEGIN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BEGIN TRANSACTION;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INSERT INTO Measurements (...) VALUES (...);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DECLARE @NewId INT = SCOPE_IDENTITY();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IF @RiskLevel = N'위험'   -- ← 위험 시 Alert 자동 생성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BEGIN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INSERT INTO Alerts (PatientId, MeasurementId, RiskLevel, AlertMessage, Status)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VALUES (@PatientId, @NewId, @RiskLevel, N'[위험] ' + @PName + ..., N'미확인');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END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SELECT @NewId AS NewId;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COMMIT;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화면 설계  —  전체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52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17043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1790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admin / 1234  인증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69280" cy="347472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152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17043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1790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요약 카드 · 위험군 분포 · 알림 · 우선순위 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7627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176272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231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환자 목록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24942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/patients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9689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검색 · 필터 · 테이블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7627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176272"/>
            <a:ext cx="5669280" cy="347472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231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환자 등록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24942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/patients/create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9689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폼 입력 · 유효성 검사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55263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255263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33101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환자 수정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32841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/patients/edit/{id}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675887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기존 데이터 로드 · 수정 저장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255263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255263"/>
            <a:ext cx="5669280" cy="3474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3101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측정 목록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32841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/measurements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75887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환자별·위험도별 필터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34256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334256"/>
            <a:ext cx="5669280" cy="3474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측정 등록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440740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/measurements/create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754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실시간 위험도 계산 · 기준표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334256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334256"/>
            <a:ext cx="5669280" cy="3474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알림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440740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/alerts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754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상태 필터 · 확인/처리완료 변경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413248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413248"/>
            <a:ext cx="5669280" cy="3474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위험군 분포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548640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/statistics/distribution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8338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카드 · 프로그레스바 · 위험환자 목록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413248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5413248"/>
            <a:ext cx="5669280" cy="3474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73368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월별 추이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548640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4E8"/>
                </a:solidFill>
              </a:rPr>
              <a:t>/statistics/trend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8338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9556B"/>
                </a:solidFill>
              </a:rPr>
              <a:t>환자 선택 · 테이블 · 텍스트 차트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핵심 구현  —  위험도 자동 계산 알고리즘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RiskCalculator.cs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85800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6629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D4D4D4"/>
                </a:solidFill>
                <a:latin typeface="Consolas"/>
              </a:rPr>
              <a:t>public static class RiskCalculator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public static (int Score, string Level)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Calculate(int? glucose, int? systolic, int? diastolic)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int score = 0;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if (glucose  &gt;= 126) score += 2;   // 당뇨 위험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else if (glucose  &gt;= 100) score += 1;   // 당뇨 주의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if (systolic &gt;= 140) score += 2;   // 혈압 위험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else if (systolic &gt;= 120) score += 1;   // 혈압 주의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if (diastolic &gt;= 90)  score += 2;  // 혈압 위험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else if (diastolic &gt;= 80)  score += 1;  // 혈압 주의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string level = score switch 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&gt;= 4 =&gt; "위험",   // 빨강 — 알림 자동 생성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&gt;= 2 =&gt; "주의",   // 노랑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_    =&gt; "정상"    // 초록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};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return (score, level);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051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위험도 산정 기준표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89888"/>
            <a:ext cx="438912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47218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147218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정상 (0점)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47218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주의 (+1점)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19" y="147218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위험 (+2점)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828800"/>
            <a:ext cx="4389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911095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혈당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1911095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&lt;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1911095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100 ~ 125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19" y="1911095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≥ 126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267712"/>
            <a:ext cx="4389120" cy="420624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235000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수축기 BP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235000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&lt; 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35000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120 ~ 139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19" y="235000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≥ 140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706624"/>
            <a:ext cx="4389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2788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이완기 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9" y="2788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&lt; 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788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80 ~ 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19" y="2788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556B"/>
                </a:solidFill>
              </a:rPr>
              <a:t>≥ 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3200400"/>
            <a:ext cx="4389120" cy="43891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32735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합산 ≥ 4점 : 위험  →  알림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657600"/>
            <a:ext cx="4389120" cy="43891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37307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합산 2~3점 : 주의  →  경고 표시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114800"/>
            <a:ext cx="4389120" cy="43891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41879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합산 0~1점 : 정상  →  녹색 표시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080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</a:rPr>
              <a:t>예시)  혈당 145 (+2점) + 수축기 155 (+2점) + 이완기 98 (+2점)  =  6점  →  위험  →  알림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핵심 구현  —  인증 서비스 &amp; CRUD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AuthService.cs  (Scoped — 회로 단위 세션 유지)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760720" cy="3108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532120" cy="2926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D4D4D4"/>
                </a:solidFill>
                <a:latin typeface="Consolas"/>
              </a:rPr>
              <a:t>// Scoped 서비스 → SignalR 회로 동안 상태 유지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public class AuthService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public UserModel? CurrentUser { get; private set; 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public bool IsAuthenticated =&gt; CurrentUser != null;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public async Task&lt;bool&gt; LoginAsync(string id, string pw)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var user = await conn.QuerySingleOrDefaultAsync&lt;UserModel&gt;(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"usp_User_Login",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new { LoginId=id, Password=pw },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commandType: StoredProcedure);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if (user == null) return false;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CurrentUser = user;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return true;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515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PatientRepository.cs  (Dapper + SP 호출)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3520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34924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D4D4D4"/>
                </a:solidFill>
                <a:latin typeface="Consolas"/>
              </a:rPr>
              <a:t>public class PatientRepository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// List&lt;T&gt; — 전체 목록 조회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public async Task&lt;List&lt;PatientModel&gt;&gt; GetAllAsync()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var result = await conn.QueryAsync&lt;PatientModel&gt;(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"usp_Patient_SelectAll",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commandType: StoredProcedure);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return result.ToList();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// Insert — SP 호출 후 신규 ID 반환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public async Task&lt;int&gt; InsertAsync(PatientModel p)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return await conn.QuerySingleAsync&lt;int&gt;(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"usp_Patient_Insert",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new { p.Name, p.Gender, p.BirthDate,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      p.DiseaseType, p.DoctorUserId },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commandType: StoredProcedure);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72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Collection 자료구조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19472"/>
            <a:ext cx="3657600" cy="347472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965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List&lt;MeasurementModel&gt;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환자별 측정 이력 목록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919472"/>
            <a:ext cx="36576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965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Dictionary&lt;int, PatientModel&gt;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환자 캐시 — 알림/대시보드에서 이름 빠른 조회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919472"/>
            <a:ext cx="3657600" cy="3474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965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SortedList (우선순위 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9556B"/>
                </a:solidFill>
              </a:rPr>
              <a:t>오늘의 모니터링 우선순위 — 위험도 내림차순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핵심 구현  —  통계 기능 2종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① 위험군 분포 통계  —  usp_Stat_RiskDistribution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566928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440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D4D4D4"/>
                </a:solidFill>
                <a:latin typeface="Consolas"/>
              </a:rPr>
              <a:t>-- 환자별 가장 최근 측정값 기준으로 위험등급 집계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SELECT m.RiskLevel, COUNT(*) AS Cnt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FROM Measurements m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INNER JOIN (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SELECT PatientId, MAX(MeasureDate) AS LastDate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FROM Measurements GROUP BY PatientId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) latest ON m.PatientId=latest.PatientId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AND m.MeasureDate=latest.LastDate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GROUP BY m.RiskLevel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ORDER BY CASE m.RiskLevel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WHEN N'위험' THEN 1 WHEN N'주의' THEN 2 ELSE 3 END;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89888"/>
            <a:ext cx="1828800" cy="3657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3545"/>
                </a:solidFill>
              </a:rPr>
              <a:t>10명 (33%)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48840"/>
            <a:ext cx="146304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89888"/>
            <a:ext cx="1828800" cy="3657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D7E14"/>
                </a:solidFill>
              </a:rPr>
              <a:t>10명 (33%)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59" y="2148840"/>
            <a:ext cx="1463040" cy="4114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49840" y="1389888"/>
            <a:ext cx="1828800" cy="3657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정상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98754"/>
                </a:solidFill>
              </a:rPr>
              <a:t>10명 (33%)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19" y="2148840"/>
            <a:ext cx="1463040" cy="4114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794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② 월별 측정 추이  —  usp_Stat_MonthlyTrend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33087"/>
            <a:ext cx="566928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24527"/>
            <a:ext cx="544068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D4D4D4"/>
                </a:solidFill>
                <a:latin typeface="Consolas"/>
              </a:rPr>
              <a:t>SELECT FORMAT(MeasureDate,'yyyy-MM') AS YearMonth,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AVG(CAST(GlucoseLevel AS FLOAT)) AS AvgGlucose,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AVG(CAST(SystolicBP  AS FLOAT))  AS AvgSystolic,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AVG(CAST(DiastolicBP AS FLOAT))  AS AvgDiastolic,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COUNT(*) AS MeasureCnt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FROM Measurements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WHERE (@PatientId IS NULL OR PatientId = @PatientId)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GROUP BY FORMAT(MeasureDate,'yyyy-MM')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ORDER BY YearMonth;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33087"/>
            <a:ext cx="557784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178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연월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178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평균 혈당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4178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평균 수축기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4178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평균 이완기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80192" y="4178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건수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480560"/>
            <a:ext cx="5577840" cy="338328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5262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2026-01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45262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88.0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45262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112.0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45262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70.0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80192" y="45262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828032"/>
            <a:ext cx="5577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8737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2026-04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48737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111.7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48737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3545"/>
                </a:solidFill>
              </a:rPr>
              <a:t>126.0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48737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80.7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80192" y="48737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175504"/>
            <a:ext cx="5577840" cy="338328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5221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2026-06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5221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119.3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5221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3545"/>
                </a:solidFill>
              </a:rPr>
              <a:t>138.7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4624" y="5221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90.0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80192" y="5221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9556B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테스트 시나리오  —  발표 실행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66928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70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1795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URL : http://localhost:5221/login
• ID: admin  /  PW: 1234
• 로그인 성공 → 대시보드 이동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69280" cy="384048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170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11795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대시보드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전체 환자 30명 / 위험 환자 10명 / 미확인 알림 10건
• 위험군 분포 프로그레스바 확인
• 오늘의 모니터링 우선순위 큐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16352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16352"/>
            <a:ext cx="566928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8895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8986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환자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73552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[환자 등록] 메뉴 → 신규 환자 입력
• 이름·성별·생년월일·질환 유형·담당의 선택
• 저장 → 목록에서 신규 환자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16352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16352"/>
            <a:ext cx="566928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8895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8986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측정 등록 &amp; 위험도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73552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[측정 등록] → 방금 등록한 환자 선택
• 혈당 130, 수축기 145, 이완기 92 입력
• 우측 패널에 RiskScore 6점 / 위험 즉시 표시
• 저장 → 알림 자동 생성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35424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535424"/>
            <a:ext cx="566928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608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617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알림 처리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92624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[알림 관리] → 미확인 알림 확인
• '확인' 버튼 → '처리완료' 버튼 클릭
• 상태 변경 확인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535424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535424"/>
            <a:ext cx="566928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608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4617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통계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992624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9556B"/>
                </a:solidFill>
              </a:rPr>
              <a:t>• [위험군 분포] → 위험 10명 반영 확인
• [월별 추이] → 전체 환자 또는 개별 환자 선택
• 월별 평균 혈당·혈압 추이 테이블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느낀점 &amp; 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92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</a:rPr>
              <a:t>만성질환 모니터링 &amp; 위험도 예측 시스템   |   객체지향프로그래밍 &amp; 빅데이터처리실습 기말과제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배운 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361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✦ 저장 프로시저로 비즈니스 로직을 DB에 캡슐화하면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830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    C# 코드가 단순해지고 유지보수가 편리해짐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29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768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✦ RiskCalculator를 별도 static 클래스로 분리하여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23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    재사용성과 테스트 용이성을 높임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770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0175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✦ Scoped AuthService를 통해 ASP.NET Identity 없이도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2644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    Blazor Server 세션 인증 구현 가능함을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5112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7581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✦ Dictionary / SortedList 등 컬렉션 자료구조로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005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    성능 최적화 및 우선순위 정렬을 실제 적용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0972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개선 방향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463040"/>
            <a:ext cx="5852160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53619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◆ 비밀번호 해싱 (bcrypt) 적용으로 보안 강화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7830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029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◆ Chart.js 연동하여 통계를 실제 그래프로 시각화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2768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25237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◆ ML.NET 기반 머신러닝 위험도 예측 모델 도입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27706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0175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◆ 모바일 반응형 UI 개선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32644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3511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556B"/>
                </a:solidFill>
              </a:rPr>
              <a:t>◆ 실시간 알림 (SignalR 브로드캐스트) 구현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11430000" cy="18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166360"/>
            <a:ext cx="11430000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MSSQL 저장 프로시저 15개 + Blazor Server 인터랙티브 UI + 규칙 기반 위험도 알고리즘의 결합으로
실무 수준의 만성질환 모니터링 시스템을 성공적으로 구현하였습니다.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