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ChronicCare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6324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E8B8B"/>
                </a:solidFill>
                <a:latin typeface="맑은 고딕"/>
              </a:rPr>
              <a:t>만성질환자 관리 웹앱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749039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고혈압·당뇨 환자가 스스로 측정값을 기록하고, 임상 기준 기반 위험도를 자동으로 파악하는 개인 웹앱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맑은 고딕"/>
              </a:rPr>
              <a:t>개인 프로젝트(기획·설계·개발 100%) · 2026.06.21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172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AAAABB"/>
                </a:solidFill>
                <a:latin typeface="맑은 고딕"/>
              </a:rPr>
              <a:t>발표자: 김준우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맑은 고딕"/>
              </a:rPr>
              <a:t>Table of Contents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74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34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문제 정의·모티브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4904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94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주요 기능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70916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54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182880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288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21" name="Oval 20"/>
          <p:cNvSpPr/>
          <p:nvPr/>
        </p:nvSpPr>
        <p:spPr>
          <a:xfrm>
            <a:off x="6217920" y="278892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889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83464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핵심 구현·데모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3749040"/>
            <a:ext cx="502920" cy="502920"/>
          </a:xfrm>
          <a:prstGeom prst="ellipse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749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7947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맑은 고딕"/>
              </a:rPr>
              <a:t>성과·배운점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51206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</a:tblGrid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2026.06.21 (학기말 과제)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인원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1명(개인)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맑은 고딕"/>
                        </a:rPr>
                        <a:t>SqurareEgg/ChronicCare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206240"/>
            <a:ext cx="11064240" cy="822960"/>
          </a:xfrm>
          <a:prstGeom prst="rect">
            <a:avLst/>
          </a:prstGeom>
          <a:solidFill>
            <a:srgbClr val="FF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2E"/>
                </a:solidFill>
                <a:latin typeface="맑은 고딕"/>
              </a:rPr>
              <a:t>본인 기여도: 기획·설계·개발 100% — 처음 사용해보는 Blazor Server로 혼자 완성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문제 정의 · 모티브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고혈압·당뇨 같은 만성질환자가 스스로 측정값을 기록하고, 위험 수준을 자동으로 파악할 수 있는 시스템의 필요성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처음 사용해보는 Blazor Server로 기획부터 배포까지 혼자 완성한 학기말 개인 과제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주요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👤 환자 등록/수정/목록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📊 혈압·혈당 측정값 등록 및 이력 조회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⚠️ 위험도 자동 계산 및 이상 알림 — RiskCalculator 클래스 기반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📈 월별 추이·위험군 분포 통계 대시보드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🔐 로그인(AuthService)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기술 스택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674320" cy="457200"/>
          </a:xfrm>
          <a:prstGeom prst="round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6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.NET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3000" y="1737360"/>
            <a:ext cx="874320" cy="457200"/>
          </a:xfrm>
          <a:prstGeom prst="roundRect">
            <a:avLst/>
          </a:prstGeom>
          <a:solidFill>
            <a:srgbClr val="512B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3000" y="1737360"/>
            <a:ext cx="8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Blazor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54480" y="1737360"/>
            <a:ext cx="1574320" cy="457200"/>
          </a:xfrm>
          <a:prstGeom prst="roundRect">
            <a:avLst/>
          </a:prstGeom>
          <a:solidFill>
            <a:srgbClr val="CC2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4480" y="1737360"/>
            <a:ext cx="15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MS SQL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960" y="1737360"/>
            <a:ext cx="1174320" cy="457200"/>
          </a:xfrm>
          <a:prstGeom prst="roundRect">
            <a:avLst/>
          </a:prstGeom>
          <a:solidFill>
            <a:srgbClr val="795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65960" y="1737360"/>
            <a:ext cx="11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Bootstrap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왜 이 기술인가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10728655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202020"/>
                </a:solidFill>
                <a:latin typeface="맑은 고딕"/>
              </a:rPr>
              <a:t>•  Dapper + raw SQL — ORM 대신 직접 쿼리를 작성해, 위험도 계산에 들어가는 임상 기준값을 SQL 레벨에서 명확히 통제하기 위해 선택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시스템 아키텍처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Blazor Server 단일 애플리케이션 → Dapper → MS SQL Server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DB 스키마는 SQL/ChronicCareDB_Setup.sql로 별도 관리</a:t>
            </a:r>
          </a:p>
          <a:p>
            <a:pPr>
              <a:lnSpc>
                <a:spcPct val="130000"/>
              </a:lnSpc>
            </a:pPr>
            <a:r>
              <a:rPr sz="1700">
                <a:solidFill>
                  <a:srgbClr val="202020"/>
                </a:solidFill>
                <a:latin typeface="맑은 고딕"/>
              </a:rPr>
              <a:t>•  [DevOps &amp; Test] 없음 — 개인 학기말 과제 규모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데이터베이스 설계 (★ 확장)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데이터베이스설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74" y="1645920"/>
            <a:ext cx="10254545" cy="48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핵심 구현 · 데모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40000"/>
            <a:ext cx="1072865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8B8B"/>
                </a:solidFill>
                <a:latin typeface="맑은 고딕"/>
              </a:rPr>
              <a:t>공복혈당·혈압 등 임상 진단 기준과 유사한 임계값으로 위험도를 점수화해 정상/주의/위험 3단계로 자동 판정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120640" cy="41148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맑은 고딕"/>
              </a:rPr>
              <a:t>[ 실제 화면 스크린샷 삽입 ]
(위험도 통계 대시보드)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645920"/>
            <a:ext cx="5760720" cy="2743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int score = 0;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if (fastingGlucose &gt;= 126) score += 2;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else if (fastingGlucose &gt;= 100) score += 1;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if (systolic &gt;= 140) score += 2;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else if (systolic &gt;= 120) score += 1;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// ...diastolic 동일 로직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E8E8F0"/>
                </a:solidFill>
                <a:latin typeface="Consolas"/>
              </a:rPr>
              <a:t>return ScoreToLevel(score);  // 정상/주의/위험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572000"/>
            <a:ext cx="5760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02020"/>
                </a:solidFill>
                <a:latin typeface="맑은 고딕"/>
              </a:rPr>
              <a:t>공복혈당(126/100mg/dL), 수축기혈압(140/120), 이완기혈압(90/80) 등 임상 기준과 유사한 임계값으로 0~2점을 매기고 합산 점수로 3단계 판정.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맑은 고딕"/>
              </a:rPr>
              <a:t>성과 · 배운점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011680" cy="381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성과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3035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개인 학기말 과제로 기획부터 배포까지 단독 완성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25400" cy="45720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A1A2E"/>
                </a:solidFill>
                <a:latin typeface="맑은 고딕"/>
              </a:rPr>
              <a:t>배운점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512064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30000"/>
              </a:lnSpc>
            </a:pPr>
            <a:r>
              <a:rPr sz="1400">
                <a:solidFill>
                  <a:srgbClr val="202020"/>
                </a:solidFill>
                <a:latin typeface="맑은 고딕"/>
              </a:rPr>
              <a:t>•  위험도 계산처럼 도메인 지식(임상 기준)이 필요한 로직은 코드보다 기준을 조사하고 정하는 데 더 많은 시간이 든다는 것을 배움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E8B8B"/>
                </a:solidFill>
                <a:latin typeface="맑은 고딕"/>
              </a:rPr>
              <a:t>GitHub: github.com/SqurareEgg/ChronicCare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CCCD6"/>
                </a:solidFill>
                <a:latin typeface="맑은 고딕"/>
              </a:rPr>
              <a:t>이메일: kjw5262@naver.com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